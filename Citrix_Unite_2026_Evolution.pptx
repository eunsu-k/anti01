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[VDI를 넘어선 통합 EUC 및 보안 플랫폼으로의 진화]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Citrix Unite 2026 핵심 로드맵 및 비즈니스 전략</a:t>
            </a:r>
          </a:p>
          <a:p>
            <a:r>
              <a:t>향후 12~18개월의 핵심: 'Adoption(기능의 적극적 도입)'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시장의 변화와 시트릭스의 진화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포인트 솔루션에서 플랫폼 인텔리전스로</a:t>
            </a:r>
          </a:p>
          <a:p>
            <a:pPr/>
            <a:r>
              <a:t>ID + 디바이스 신뢰 + 안전한 액세스 + 플랫폼 인텔리전스 결합</a:t>
            </a:r>
          </a:p>
          <a:p>
            <a:pPr/>
            <a:r>
              <a:t>보안 우선(Security-First)의 완벽한 EUC 플랫폼으로 진화</a:t>
            </a:r>
          </a:p>
          <a:p>
            <a:pPr/>
            <a:r>
              <a:t>보유 라이선스 가치를 100% 활용하는 아키텍처 설계가 중요해짐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제품 라인업 단순화와 Universal HMC 가치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NetScaler 파트 번호 획기적 축소 (27,000개 -&gt; 10개)</a:t>
            </a:r>
          </a:p>
          <a:p>
            <a:pPr/>
            <a:r>
              <a:t>Universal HMC 라이선스 중심 전략 (추가 비용 없이 고급 기능 활용)</a:t>
            </a:r>
          </a:p>
          <a:p>
            <a:pPr/>
            <a:r>
              <a:t>하드웨어 비용 급등에 따른 아키텍처 최적화 필수</a:t>
            </a:r>
          </a:p>
          <a:p>
            <a:pPr/>
            <a:r>
              <a:t>Secure Private Access (SPA)를 활용한 제로 트러스트 접근 비중 확대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기술 통합 시너지 (Acquisitions)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Unicon (eLux): 안전하고 가벼운 Linux OS 및 엔드포인트 중앙 관리</a:t>
            </a:r>
          </a:p>
          <a:p>
            <a:pPr/>
            <a:r>
              <a:t>UberAgent: 최소 자원 소모, 강력한 APM 및 보안 분석 (Splunk 연동)</a:t>
            </a:r>
          </a:p>
          <a:p>
            <a:pPr/>
            <a:r>
              <a:t>Device Trust: 직관적인 제로 트러스트(Zero Trust) 기기 검증 및 제어</a:t>
            </a:r>
          </a:p>
          <a:p>
            <a:pPr/>
            <a:r>
              <a:t>Citrix AADrian (AI): IT 지원 자동화 및 클라우드/운용 비용 최적화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하이퍼바이저의 새로운 대안: XenServer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시장 불확실성 속 강력하고 비용 효율적인 대안으로 부상</a:t>
            </a:r>
          </a:p>
          <a:p>
            <a:pPr/>
            <a:r>
              <a:t>모든 워크로드 지원을 위한 아키텍처 현대화 및 업데이트 주기 단축</a:t>
            </a:r>
          </a:p>
          <a:p>
            <a:pPr/>
            <a:r>
              <a:t>Universal HMC 라이선스에 10,000개 소켓 포함</a:t>
            </a:r>
          </a:p>
          <a:p>
            <a:pPr/>
            <a:r>
              <a:t>인프라 종속성 탈피 및 서버 밀도 향상에 유리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파트너 생태계 재편 및 전문성 강화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파트너 수 정예화 (약 10,000개 -&gt; 900개 미만)</a:t>
            </a:r>
          </a:p>
          <a:p>
            <a:pPr/>
            <a:r>
              <a:t>단순 유통을 넘어선 기술 전문 파트너십의 중요성 증대</a:t>
            </a:r>
          </a:p>
          <a:p>
            <a:pPr/>
            <a:r>
              <a:t>UHMC 플랫폼의 가치를 100% 이끌어낼 수 있는 파트너와의 협업 필수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Item: 대응 전략 및 서비스 안내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UHMC 가치 평가 서비스 (Adoption Assessment)</a:t>
            </a:r>
          </a:p>
          <a:p>
            <a:pPr lvl="1"/>
            <a:r>
              <a:t>SPA, NetScaler, AI 기반 최적화 기능 적용 방안 제시</a:t>
            </a:r>
          </a:p>
          <a:p>
            <a:pPr/>
            <a:r>
              <a:t>2. 새로운 라이선스 서버(LAS) 전환 평가</a:t>
            </a:r>
          </a:p>
          <a:p>
            <a:pPr lvl="1"/>
            <a:r>
              <a:t>4월 15일 기존 방식 중단 대비 사전 점검 지원</a:t>
            </a:r>
          </a:p>
          <a:p>
            <a:pPr lvl="1"/>
            <a:r>
              <a:t>2026년 10월 15일 유예 기한까지 무중단 전환 완료 필수</a:t>
            </a:r>
          </a:p>
          <a:p>
            <a:pPr lvl="1"/>
            <a:r>
              <a:t>라이선스 만료에 따른 서비스 장애 방지 선제적 대응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